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38" r:id="rId2"/>
    <p:sldId id="645" r:id="rId3"/>
    <p:sldId id="646" r:id="rId4"/>
    <p:sldId id="647" r:id="rId5"/>
    <p:sldId id="648" r:id="rId6"/>
    <p:sldId id="649" r:id="rId7"/>
    <p:sldId id="666" r:id="rId8"/>
    <p:sldId id="667" r:id="rId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D01"/>
    <a:srgbClr val="39B54A"/>
    <a:srgbClr val="EEF5EE"/>
    <a:srgbClr val="35AD43"/>
    <a:srgbClr val="B1D5C7"/>
    <a:srgbClr val="F1FFFF"/>
    <a:srgbClr val="E2ECDF"/>
    <a:srgbClr val="E5F7FF"/>
    <a:srgbClr val="C00000"/>
    <a:srgbClr val="FAC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C5A25E0-2461-1661-C607-4673288B4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3E412362-56A9-85C4-64DA-5DAFC8534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37C9861-0A3D-13EF-7A5C-A326667E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5BDE678-72DD-79A0-4518-264C1313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88314B7-AB6E-0484-2ECD-DD6AB1EB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0705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0D0370C-F99C-3C2D-BE71-0B7696AD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A561FD7-9AB6-82CC-C42E-B32053A2B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C8478F3-1961-0667-1BBE-ED21CBF8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1DFA98B-E845-F347-C08A-3804F3C0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6C22AAB-DDD0-CFF4-18B1-F6E3833F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1943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C470215-DEE5-45C8-DBD1-A89CEE73E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D4004F4-9ACB-417E-9250-F6545FBA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A95CC08-3EDA-E88D-FFEE-F2562089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56F71DD-182C-93F3-209E-5F323FEA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4EAB3B0-A142-D005-C267-274E640C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9134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07B82E0-7C2B-029D-7F22-93A92D86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0061B06-A1F6-0FEF-05E4-72C0DCF58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2CFEA501-5B37-F78B-5C29-BAC18D1BC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2DEDAB25-1EA9-B8CC-5C01-C6E0F268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0C6FBFB0-434E-0D07-2F13-4BA9D9E61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292D350-6DFB-7F21-5977-D7B922C1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9290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9729CE6-A3FD-58D7-E667-C9F7709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8DBBE6A-36AC-BE12-3A20-628EE862C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2608EF11-AE97-34F8-8AA6-060B758AB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6AA6363F-4FFF-717B-3A0B-8D1C67DB64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6205B93-3F98-9E9E-BB29-3F1130D58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C705C638-ADA9-B665-BFCA-708AF0BC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C7513BC9-E0D1-2B35-9BEC-A8378AA8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16A65BC1-4432-1787-4751-EF8649A4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9834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E64C87C-83FE-1988-D072-F759C18B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CAF8F313-0AFA-F757-BEB2-E2AC4213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70E1FDC1-5D78-09BE-842C-8A7BF58C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D3B81185-8F8F-A68B-E503-D4159A80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5350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6359BF7E-0B75-6928-7400-5983C6BD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38DA3698-D324-9A2D-FFDC-100617FC2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0B09A89-A020-0B0B-B5D1-B8494274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8099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E07994C-0390-529B-EFBF-4EF39808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3E4483A-9FDE-E6D2-BB45-B7329CAC5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1CBD531E-34E1-6FD4-5FD8-752DB3AD6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FC838C72-8BAD-014C-1279-3F2BECE7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6868F25-7793-3051-C1B7-FA5FD109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67478072-4F63-B3D4-A7B6-0ECC94F1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3257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9126E6-CC39-AA7B-C7B0-BCECF65A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BB5D4AA1-67AA-AACC-0943-A1EE3FCDA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 dirty="0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95C87DF-2061-311C-D3DA-2036FE5A5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EA0210B7-E9F0-3FDE-F1D2-3C276511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BF1A5EA2-2981-7FFD-0C91-8B006D72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EFA913A-A707-537F-70AD-22D64910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6708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50CFE93-0F3A-7398-4DB6-43E9A807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3E3E05A5-48E3-D06D-A199-B57989F0B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EC3F274-CD28-8040-DA4C-720D1C26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50FF1F7-ECE1-18CE-412E-7E135A04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C823351-DABD-F3A5-54DB-039B02B5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92456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04296386-ABE9-8329-CE82-C9CA8841F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90E0E89-46DC-3A8E-8CA0-0F7AE13ED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BD591B6-9396-888D-A429-DE2796BB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A2488E2-0EFF-98EE-A1EF-D3549E07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9D2EF9C-FF25-1BF4-279A-AC64FDCA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6133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83702500-FA35-2CD5-0D22-BCBE4F52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1C1D770D-785F-D9E9-0633-A808AA9CF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F485424-05B9-3CAD-97A8-DBB6BB1CD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74D7D-CEBB-4477-8C94-F9454723F8B5}" type="datetimeFigureOut">
              <a:rPr lang="th-TH" smtClean="0"/>
              <a:t>25/07/67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6AE5181-D18C-547A-92EF-15F85F074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349E331-9A50-0F07-2FAD-EFC87DEF4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D4882-A497-49C3-9283-D0E045B77270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05408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85FE699C-7643-D37F-CC76-4199629A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3376" cy="6858000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8E9B18D-9D0E-015A-2E47-53654D0393DB}"/>
              </a:ext>
            </a:extLst>
          </p:cNvPr>
          <p:cNvSpPr txBox="1"/>
          <p:nvPr/>
        </p:nvSpPr>
        <p:spPr>
          <a:xfrm>
            <a:off x="5495731" y="3974841"/>
            <a:ext cx="3376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>
                <a:solidFill>
                  <a:srgbClr val="39B54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ภาพลักษณ์องค์กร</a:t>
            </a:r>
          </a:p>
        </p:txBody>
      </p:sp>
    </p:spTree>
    <p:extLst>
      <p:ext uri="{BB962C8B-B14F-4D97-AF65-F5344CB8AC3E}">
        <p14:creationId xmlns:p14="http://schemas.microsoft.com/office/powerpoint/2010/main" val="354378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9DA90BE8-0D88-E887-9E9A-12FC830D0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17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3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730DFF3B-3179-3229-F75F-D4970E62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5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5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014C81D8-1E97-15FE-4486-61183D9A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9851" cy="6858000"/>
          </a:xfrm>
          <a:prstGeom prst="rect">
            <a:avLst/>
          </a:prstGeom>
        </p:spPr>
      </p:pic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4F688DEA-19EE-6CCB-4081-2383E66B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053" y="820309"/>
            <a:ext cx="3142366" cy="10598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008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ED69107-AD14-8885-0B6D-F16C5FF93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7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14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B6B1BF1A-EC88-B647-B2CF-528DFF37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9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2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E066ACC6-1F77-15F0-937F-0A4AD54C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3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9120862-8BAC-A765-B741-2FABE45FF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0"/>
            <a:ext cx="12192000" cy="683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02417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4852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Prompt</vt:lpstr>
      <vt:lpstr>ธีมของ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Buy The Modernize Environment Solution Company</dc:title>
  <dc:creator>Treethep Palakavong Na Ayudhya</dc:creator>
  <cp:lastModifiedBy>Wastebuy Delivery</cp:lastModifiedBy>
  <cp:revision>60</cp:revision>
  <dcterms:created xsi:type="dcterms:W3CDTF">2024-03-01T09:00:57Z</dcterms:created>
  <dcterms:modified xsi:type="dcterms:W3CDTF">2024-07-25T09:33:22Z</dcterms:modified>
</cp:coreProperties>
</file>